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29260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PROJECT  ·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Network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Generator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Kubernetes NetworkPolicy manifests via a secure, containerised RESTful microservice.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by default · Infrastructure as Code · Full CI/CD pipeline.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104120" y="4937760"/>
            <a:ext cx="141732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4937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38251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Duttagupta  ·  MIT License  ·  github.com/unpetrifiedstone2005/Devops_project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9164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728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84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Solution · Impact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68296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368296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3682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design · Logic flow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44952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44952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44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Source Code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· logic.py · AppSpec model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21608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21608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721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Usage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 · /health · Swagger UI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398264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398264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3982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 (IaC)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app.json · field definitions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5074920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507492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5111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5367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· Docker Compose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5751576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5751576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57515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578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6044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7 stages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1691640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169164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1728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1984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Integration tests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2368296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2368296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23682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2660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· Auth · Secrets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63640" y="3044952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3044952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3044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4944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49440" y="3337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· Structured logging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63640" y="3721608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3640" y="3721608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28232" y="3721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4944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949440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dependency overview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63640" y="4398264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63640" y="4398264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28232" y="43982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94944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94944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layout · file roles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63640" y="5074920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63640" y="507492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28232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949440" y="5111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949440" y="5367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Docker · Curl examples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63640" y="5751576"/>
            <a:ext cx="5486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63640" y="5751576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8232" y="57515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949440" y="578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949440" y="6044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Policy Generator evolved from a CLI utility into a Secure RESTful Microservice — automating Kubernetes NetworkPolicy YAML from a simple JSON spec.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6576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91640"/>
            <a:ext cx="36576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" y="248716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2316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NetworkPolicy YAML is verbose and error-prone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338328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3192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authoring doesn't scale across large microservice estates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" y="42793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21538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lead to over-permissive rules and security breaches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517550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511149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IaC interface for network policy creation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691640"/>
            <a:ext cx="36576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691640"/>
            <a:ext cx="36576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920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242316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accepts structured JSON, returns ready-to-deploy YAML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17136" y="3383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3192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ensures only correct schemas are processed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17136" y="42793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421538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app.json defines all service dependencies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17136" y="517550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511149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for portability — runs identically everywhere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0456" y="1691640"/>
            <a:ext cx="36576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0456" y="1691640"/>
            <a:ext cx="365760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1920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21624" y="248716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95944" y="242316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enforced by default — deny-all baseline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21624" y="338328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95944" y="331927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 require only a JSON edit, not YAML expertise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21624" y="42793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95944" y="421538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directly into CI/CD pipelines for automated compliance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21624" y="517550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95944" y="511149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human error in security-critical network configuration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724912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713232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883664"/>
            <a:ext cx="16916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568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7802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to /generate &amp; /health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3522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 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request handling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schema 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1256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896112"/>
            <a:ext cx="2724912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9976" y="713232"/>
            <a:ext cx="566928" cy="5669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14630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4760" y="1883664"/>
            <a:ext cx="169164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9568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0440" y="2478024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AppSpec model enforcement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2935224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 (str, int, list)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3392424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error on bad payload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3849624"/>
            <a:ext cx="146304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Swagger docs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71616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2200" y="896112"/>
            <a:ext cx="2724912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60336" y="713232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09360" y="14630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75120" y="1883664"/>
            <a:ext cx="16916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9568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logic.py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247802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AppSpec → K8s YAML mapping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293522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47688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podSelector from labels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339242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47688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&amp; egress policy build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3849624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47688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networking.k8s.io/v1 spec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51976" y="26517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2560" y="896112"/>
            <a:ext cx="2724912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140696" y="713232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0696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89720" y="14630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Layer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555480" y="1883664"/>
            <a:ext cx="169164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89720" y="195681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Compose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81160" y="2478024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8048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base image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81160" y="2935224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28048" y="2834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8000:8000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281160" y="3392424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28048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config injection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281160" y="3849624"/>
            <a:ext cx="146304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28048" y="3749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network isolation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01168" y="5138928"/>
            <a:ext cx="11960352" cy="14813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11480" y="5577840"/>
            <a:ext cx="21488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POST + X-API-KEY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2560320" y="557784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743200" y="5577840"/>
            <a:ext cx="2148840" cy="6400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892040" y="557784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074920" y="5577840"/>
            <a:ext cx="21488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7492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JSON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223760" y="557784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406640" y="5577840"/>
            <a:ext cx="2148840" cy="6400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0664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engine transforms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555480" y="557784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9738360" y="5577840"/>
            <a:ext cx="21488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5577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returned as JSON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CORE SOURCE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5394960" cy="5669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68680"/>
            <a:ext cx="539496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869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src/main.py  — FastAPI Application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1391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Header, HTTPException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83664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src.logic import AppSpec, generate_policy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5341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9290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= os.getenv("API_KEY", "devops-internal-secret")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32404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0215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health():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71900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"healthy"}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04164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1139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@app.post("/generate")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581144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api_generate(spec: AppSpec,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850892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x_api_key: str = Header(None)):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x_api_key != API_KEY: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39038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HTTPException(403, "Unauthorized")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66013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{"yaml": generate_policy(spec)}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868680"/>
            <a:ext cx="5669280" cy="5669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868680"/>
            <a:ext cx="566928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8869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src/logic.py  — NetworkPolicy Generation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34416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yaml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61391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88366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List, Dict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15341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42316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AppSpec(BaseModel):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69290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96265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namespace: str = "default"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323240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labels: Dict[str, str]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50215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ingress_sources: List[Dict] = []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77190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egress_destinations: List[Dict] = []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404164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431139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generate_policy(spec: AppSpec) -&gt; dict: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458114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85089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"apiVersion": "networking.k8s.io/v1",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512064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"kind": "NetworkPolicy",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5390388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"spec": {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5660136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"podSelector": {"matchLabels": spec.labels},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592988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"ingress": [ ... for src in ingress_sources ],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6199632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"egress":  [ ... for dst in egress_destinations 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6469380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API ENDPOINTS &amp; USAGE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5394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539496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15568"/>
            <a:ext cx="1371600" cy="292608"/>
          </a:xfrm>
          <a:prstGeom prst="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&amp; Readiness Probe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{"status": "healthy"} — used by Docker healthcheck and Kubernetes orchestrators for liveness and readiness probes. No authentication required.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00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200 OK  ·  No auth needed  ·  Used by Docker &amp; K8s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896112"/>
            <a:ext cx="56692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896112"/>
            <a:ext cx="566928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115568"/>
            <a:ext cx="1371600" cy="292608"/>
          </a:xfrm>
          <a:prstGeom prst="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956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Manifest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 AppSpec JSON body. Requires X-API-KEY header. Validates the payload via Pydantic, runs the generation engine, and returns the Kubernetes NetworkPolicy YAML manifest.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182112"/>
            <a:ext cx="1600200" cy="237744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1821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 OK — YAML returned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65008" y="3182112"/>
            <a:ext cx="1600200" cy="237744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1821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 Unauthorized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0656" y="3182112"/>
            <a:ext cx="1600200" cy="237744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0656" y="31821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 Validation Error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657600"/>
            <a:ext cx="11548872" cy="2907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8561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— http://127.0.0.1:8000/docs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18795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auto-generates a full OpenAPI 3.0 specification and interactive Swagger UI. You can: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709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6177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Authorize and enter the API key to authenticate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1846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0932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POST /generate and click Try it out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566013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56869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AppSpec JSON body and click Execute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613562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604418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NetworkPolicy YAML directly in the browser response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INPUT SCHEMA — INFRASTRUCTURE AS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app.json file is the IaC source of truth. Every network rule is defined here — no YAML expertise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1430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499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1499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4996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029968"/>
            <a:ext cx="868680" cy="274320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029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993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 of the application (used in policy metadata.name)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487168"/>
            <a:ext cx="11430000" cy="530352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2596896"/>
            <a:ext cx="868680" cy="27432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5968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namespace — defaults to "default" if not specified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054096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3127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3163824"/>
            <a:ext cx="868680" cy="274320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163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127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labels used for podSelector matchLabels to target pods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621024"/>
            <a:ext cx="11430000" cy="530352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ingress_sources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3694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3730752"/>
            <a:ext cx="868680" cy="27432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730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6941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{app_name, port} — services ALLOWED to send traffic TO this app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187952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61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egress_destinations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23160" y="4261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4297680"/>
            <a:ext cx="868680" cy="274320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4297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261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{app_name, port} — services this app is ALLOWED to talk 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773168"/>
            <a:ext cx="114300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app.json  (production/kubernetes/app.json)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5193792"/>
            <a:ext cx="11064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"backend-api",  "namespace": "production",  "labels": {"app": "backend-server"},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"ingress_sources":      [{"app_name": "frontend-ui", "port": 80}, {"app_name": "admin-panel", "port": 443}],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"egress_destinations":  [{"app_name": "mongodb-db", "port": 27017}, {"app_name": "redis-cache", "port": 6379}]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CONTAINERISATION — DOCKERFILE &amp; COMPOSE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5577840" cy="566928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557784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infrastructure/docker/Dockerfile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9105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10312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3591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curl \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61518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rm -rf /var/lib/apt/lists/*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12724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38328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63931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89534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415137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40740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PYTHONPATH=/app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466344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91947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--timeout=10s \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5175504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http://localhost:8000/health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5431536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5687568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5943600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"src.main:app",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19963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 "--port", "8000"]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896112"/>
            <a:ext cx="5532120" cy="56692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896112"/>
            <a:ext cx="55321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9144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infrastructure/docker/docker-compose.yml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4808" y="133502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'3.8'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64808" y="15910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64808" y="184708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64808" y="210312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netgen-api: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64808" y="23591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64808" y="26151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context: ../../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64808" y="287121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dockerfile: infrastructure/docker/Dockerfile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64808" y="312724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netgen_service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64808" y="338328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64808" y="363931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64808" y="389534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64808" y="415137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API_KEY=devops-internal-secret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64808" y="4407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ENV=production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64808" y="466344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64808" y="49194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["CMD","curl","-f","http://localhost:8000/health"]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64808" y="517550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30s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64808" y="543153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10s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64808" y="56875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64808" y="594360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64808" y="619963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 [netgen_network]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CI/CD PIPELINE — GITHUB 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every push and pull_request — fully automated quality gate before any code reaches main.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27432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59105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7373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61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latest source tree from the repository.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463040"/>
            <a:ext cx="27432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159105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Python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13048" y="2651760"/>
            <a:ext cx="17373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761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actions/setup-python@v4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python-version: 3.11 — consistent runtime.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08776" y="14630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463040"/>
            <a:ext cx="2743200" cy="82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6056" y="1591056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45936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11696" y="2651760"/>
            <a:ext cx="173736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2761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flake8, pytest, httpx (API testing).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07424" y="146304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07424" y="1463040"/>
            <a:ext cx="2743200" cy="82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04704" y="1591056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04704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44584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Code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10344" y="2651760"/>
            <a:ext cx="173736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44584" y="27614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 src/ --select=E9,F63,F7,F82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syntax errors &amp; undefined names.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023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4023360"/>
            <a:ext cx="27432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4151376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8640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14400" y="5212080"/>
            <a:ext cx="1737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3218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pytest src/tests/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 for logic &amp; API.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0128" y="4023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10128" y="4023360"/>
            <a:ext cx="27432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7408" y="4151376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07408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447288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13048" y="5212080"/>
            <a:ext cx="1737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53218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policy-api-test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container builds cleanly.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08776" y="4023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08776" y="4023360"/>
            <a:ext cx="274320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06056" y="4151376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06056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345936" y="4828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Validate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711696" y="5212080"/>
            <a:ext cx="1737360" cy="27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53218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config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orchestration syntax before deploy.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07424" y="1463040"/>
            <a:ext cx="2852928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0304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ci-cd.yml trigger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90304" y="190195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DevOps CI Pipeline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test-and-lint: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TESTING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6400800" cy="56692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640080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src/tests/test_logic.py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7734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src.logic import AppSpec, generate_policy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1965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06197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test_policy_structure():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30428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"""Verify generated YAML has K8s fields."""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54660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78892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"name": "test-app",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03123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"labels": {"app": "test-app"},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27355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"ingress_sources": [{"app_name": "web", "port": 80}]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51586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75818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   = AppSpec(**data)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40005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 = generate_policy(spec)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24281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448513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policy["kind"] == "NetworkPolicy"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472744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"Ingress" in policy["spec"]["policyTypes"]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496976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policy["spec"]["ingress"][0]["ports"][0]["port"] == 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52120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545439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test_invalid_data():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569671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"""Pydantic catches missing required fields."""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593902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invalid = {"name": "fail-app"}  # labels missing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618134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pytest.raises(Exception):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642366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AppSpec(**invalid)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960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&amp; Strategy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132320" y="1463040"/>
            <a:ext cx="475488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14630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5361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Test: Policy Structure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generate_policy() returns a valid K8s NetworkPolicy dict with correct kind, policyTypes, and port mapping.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2761488"/>
            <a:ext cx="475488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0" y="2761488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Test: Schema Validation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32186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Pydantic raises an exception when required fields (labels) are missing — preventing bad payloads from reaching the engine.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32320" y="4059936"/>
            <a:ext cx="475488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32320" y="4059936"/>
            <a:ext cx="64008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(httpx)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0" y="45171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pipeline installs httpx to enable async HTTP testing of the live FastAPI endpoints — verifying /generate and /health end-to-end.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0" y="5358384"/>
            <a:ext cx="475488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32320" y="5358384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5431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Smoke Test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0" y="58155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 build and docker compose config steps act as smoke tests — ensuring the container and orchestration config are always valid.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0" y="5916168"/>
            <a:ext cx="475488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5943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pytest src/tests/ -v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SECURITY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first-class concern — not an afterthought. Every decision reinforces Zero Trust and least privilege.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63040"/>
            <a:ext cx="54864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by Default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" y="2313432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176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is DENIED unless explicitly declared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" y="2743200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606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implicit allow rules — every connection must be named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" y="3172968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35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enforces least-privilege at policy generation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3602736"/>
            <a:ext cx="128016" cy="1280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465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policyTypes: [Ingress, Egress] always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463040"/>
            <a:ext cx="54864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642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Header-Based Authentication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73368" y="2313432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2176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header required on every POST /generate call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3368" y="2743200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26060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HTTP 403 Forbidden on missing or wrong key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73368" y="3172968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3035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stateless check — no session overhead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73368" y="3602736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1112" y="3465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CI/CD runner-to-service auth model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11480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114800"/>
            <a:ext cx="54864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Externalization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2648" y="4965192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828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 loaded via os.getenv() — never hardcoded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" y="5394960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via Docker Compose environment: block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" y="5824728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5687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secrets injected as K8s Secrets or Vault refs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" y="625449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61173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generated *-policy.yaml artifacts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11480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4114800"/>
            <a:ext cx="548640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Attack Surface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3368" y="4965192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4828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— Debian base, stripped packages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73368" y="5394960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11112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curl added (for healthcheck) — no extra tools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73368" y="5824728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5687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SSH, no shell extras, no unnecessary services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73368" y="6254496"/>
            <a:ext cx="12801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1112" y="61173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deployment via bridge network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MONITORING &amp; OBSERVABILITY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394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539496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 /health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" y="177393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27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{"status": "healthy"} on GET requests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221284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665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Docker Compose healthcheck block (30s interval, 10s timeout, 3 retries)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" y="265176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054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liveness &amp; readiness probes can target this endpoint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3090672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4436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required — accessible to orchestrators at all times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52958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832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restart: unless-stopped ensures container auto-recovery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5669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566928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1155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73368" y="177393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62763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logging library — zero extra dependencies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73368" y="22128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06654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/generate logs: timestamp, source IP, app name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73368" y="265176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50545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logged with full Pydantic error detail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73368" y="309067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94436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failures logged at WARNING level for security alerting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3368" y="352958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38328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log aggregators: ELK Stack, Loki, CloudWatch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4005072"/>
            <a:ext cx="539496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healthcheck: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4805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 ["CMD", "curl", "-f", "http://localhost:8000/health"]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interval: 30s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 10s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retries:  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005072"/>
            <a:ext cx="56692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4681728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 across Dev, Test, and Prod environments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5157216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50474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only changes through environment variables and injected JSON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55080" y="5632704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5522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app.json is the only file changed to update network policies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6108192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59984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required to add or remove service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TECH STACK — FULL DEPENDENCY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64008" cy="5669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" y="135331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" y="1353312"/>
            <a:ext cx="352044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517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9019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REST framework; async-ready, auto-docs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58775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" y="2587752"/>
            <a:ext cx="352044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523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via Python type hints; drives OpenAPI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82219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" y="3822192"/>
            <a:ext cx="352044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9867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" y="43708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server; handles concurrent requests with uvloop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" y="505663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" y="5056632"/>
            <a:ext cx="352044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52212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56052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Serialises Python dicts → YAML for the NetworkPolicy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25112" y="896112"/>
            <a:ext cx="64008" cy="5669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135331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1353312"/>
            <a:ext cx="35204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517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19019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Containerises the app; python:3.11-slim base for security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258775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2587752"/>
            <a:ext cx="35204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523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service, ports, env vars, and healthcheck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382219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3822192"/>
            <a:ext cx="35204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9867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9160" y="43708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platform; consumes generated NetworkPolicy YAML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38744" y="896112"/>
            <a:ext cx="64008" cy="5669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QUALITY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39912" y="135331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39912" y="1353312"/>
            <a:ext cx="352044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22792" y="1517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622792" y="19019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runner; ubuntu-latest, triggers on push/PR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39912" y="258775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439912" y="2587752"/>
            <a:ext cx="352044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27523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22792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 framework; httpx for async API tests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39912" y="382219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439912" y="3822192"/>
            <a:ext cx="352044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22792" y="39867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622792" y="43708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linter; E9/F63/F7/F82 — syntax errors &amp; undefined names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39912" y="5056632"/>
            <a:ext cx="3520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439912" y="5056632"/>
            <a:ext cx="352044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22792" y="52212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622792" y="56052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 client used in CI integration tests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REPOSITORY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professional DevOps directory standards — clear separation of concerns across every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115488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081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Devops_project/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4081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root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80136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196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.github/workflows/ci-cd.yml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8196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 definition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21284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23113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docs/ARCHITECTURE.md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2311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documentation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62432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64261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docs/USAGE.md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6426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usage guide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03580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05409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infrastructure/docker/Dockerfile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0540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container build spec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44728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46557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infrastructure/docker/docker-compose.yml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4655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orchestration &amp; healthcheck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385876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8770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infrastructure/kubernetes/app.json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38770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input — service network intent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27024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2885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— routing, auth, endpoints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68172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70001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src/logic.py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7000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— AppSpec → NetworkPolicy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09320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511149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src/tests/test_logic.py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511149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 suite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" y="550468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52297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5229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dependency manifest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" y="5916168"/>
            <a:ext cx="11137392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593445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59344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__pycache__, .venv, *-policy.yaml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6327648"/>
            <a:ext cx="1113739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" y="6345936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LICENSE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63459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— Arya Duttagupta 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HOW TO RUN — LOCAL · DOCKER · CURL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4864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5486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05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&amp;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417320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https://github.com/unpetrifiedstone2005/Devops_project.git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Devops_project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914400"/>
            <a:ext cx="566928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914400"/>
            <a:ext cx="56692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0058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Locally (Dev Mode)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36792" y="1417320"/>
            <a:ext cx="5394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src.main:app --reload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Available at: http://127.0.0.1:8000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Swagger UI:  http://127.0.0.1:8000/docs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54864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70048"/>
            <a:ext cx="54864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7614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with Docker Compose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317296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infrastructure/docker/docker-compose.yml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 --build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Serves on port 8000 with health checks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670048"/>
            <a:ext cx="566928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670048"/>
            <a:ext cx="5669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7614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with curl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3172968"/>
            <a:ext cx="5394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http://localhost:8000/generate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"X-API-KEY: devops-internal-secret"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-d @app.json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425696"/>
            <a:ext cx="54864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425696"/>
            <a:ext cx="54864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5171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" y="4928616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src/tests/ -v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unit + integration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tests must pass in CI 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4425696"/>
            <a:ext cx="566928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425696"/>
            <a:ext cx="56692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45171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Troubleshooting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4928616"/>
            <a:ext cx="5394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 → Check X-API-KEY header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→ Ensure 'name' and 'labels' fields present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→ URL must end with /generate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 → Use python -m uvicorn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What This Project Delivers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2763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62763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Kubernetes NetworkPolicy YAML generation from a simple JSON spec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67919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67919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67919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networking enforced at generation time — deny-all by default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73075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73075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7647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Infrastructure as Code: app.json as the single source of truth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78231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78231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78231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API with X-API-KEY auth, Pydantic validation, and Swagger UI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62763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62763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62763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1673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GitHub Actions CI/CD: lint → test → Docker build → Compose validate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67919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67919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267919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27249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on python:3.11-slim with healthchecks and restart policies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373075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73075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73075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377647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and /health probe ready for orchestrator integration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782312"/>
            <a:ext cx="55778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782312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4782312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8280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repository layout following professional DevOps directory standards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327648"/>
            <a:ext cx="1170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github.com/unpetrifiedstone2005/Devops_project   ·   MIT License   ·   Arya Duttagupta,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 Network Policy Generator</dc:title>
  <dc:subject>PptxGenJS Presentation</dc:subject>
  <dc:creator>PptxGenJS</dc:creator>
  <cp:lastModifiedBy>PptxGenJS</cp:lastModifiedBy>
  <cp:revision>1</cp:revision>
  <dcterms:created xsi:type="dcterms:W3CDTF">2026-03-19T17:14:44Z</dcterms:created>
  <dcterms:modified xsi:type="dcterms:W3CDTF">2026-03-19T17:14:44Z</dcterms:modified>
</cp:coreProperties>
</file>